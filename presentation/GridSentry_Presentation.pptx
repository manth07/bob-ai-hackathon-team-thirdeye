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A9F5"/>
              </a:solidFill>
              <a:ln w="25400" cap="flat">
                <a:solidFill>
                  <a:srgbClr val="0A1929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C94D"/>
              </a:solidFill>
              <a:ln w="25400" cap="flat">
                <a:solidFill>
                  <a:srgbClr val="0A1929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9142"/>
              </a:solidFill>
              <a:ln w="25400" cap="flat">
                <a:solidFill>
                  <a:srgbClr val="0A1929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A192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A192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A192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Sensor Health</c:v>
                </c:pt>
                <c:pt idx="1">
                  <c:v>Weather Risk</c:v>
                </c:pt>
                <c:pt idx="2">
                  <c:v>Incident History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  <c:holeSize val="55"/>
      </c:doughnutChart>
      <c:spPr>
        <a:solidFill>
          <a:srgbClr val="0A192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2F6F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822960"/>
            <a:ext cx="1097280" cy="36576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607040" y="640080"/>
            <a:ext cx="822960" cy="54864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822960"/>
            <a:ext cx="457200" cy="100584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1188720"/>
            <a:ext cx="457200" cy="73152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064240" y="640080"/>
            <a:ext cx="365760" cy="128016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509760" y="548640"/>
            <a:ext cx="822960" cy="27432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8612" y="78181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65892" y="114757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8852" y="59893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25812" y="178765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23092" y="187909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91572" y="50749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HACKATHON 2026 · PROBLEM STATEMENT U1 · UTILITIES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19202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GridSentry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63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power outages before they happen.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grid advisor that fuses asset sensor data, live weather forecasts, and historical incidents into one composite risk score — and a maintenance plan you can act on today.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78240" y="3383280"/>
            <a:ext cx="1828800" cy="1828800"/>
          </a:xfrm>
          <a:prstGeom prst="ellipse">
            <a:avLst/>
          </a:prstGeom>
          <a:solidFill>
            <a:srgbClr val="11253F"/>
          </a:solidFill>
          <a:ln w="12700">
            <a:solidFill>
              <a:srgbClr val="FFB100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2016" y="3877056"/>
            <a:ext cx="841248" cy="8412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ThirdEye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Vasoya  ·  Pratik Kotecha  ·  Ayush Padaliya  ·  Vagisha Mankad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runs on a calendar.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don’t.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2518715"/>
            <a:ext cx="311810" cy="3118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3957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Fixed-schedule maintenance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715768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inspect equipment by the calendar, not by condition — so failures slip through undetected between visits.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721608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5" y="3817163"/>
            <a:ext cx="311810" cy="31181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6941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goes unused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4014216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that could flag a failure weeks in advance sits idle instead of feeding a live risk model.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5" y="5115611"/>
            <a:ext cx="311810" cy="3118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49926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isn’t factored in real time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531266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Storms and heatwaves stress already-vulnerable equipment, but forecasts are rarely combined with asset health data.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955280" y="242316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0" y="2679192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468" y="2766060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29600" y="3136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$1M+ / hr</a:t>
            </a:r>
            <a:endParaRPr lang="en-US" sz="34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0" y="3721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blackout downtime to a utility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955280" y="4315968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68" y="4658868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2960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34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0" y="56144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early warning left unused today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streams. One decision.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monitors a fleet of 35 simulated grid assets — transformers, substations, feeders — combining sensor telemetry, live Open-Meteo weather forecasts, and historical incident data into a single composite Risk Score per asset, entirely in the browser.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3063240"/>
            <a:ext cx="548640" cy="54864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122" y="3167482"/>
            <a:ext cx="340157" cy="34015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88920" y="288036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3063240"/>
            <a:ext cx="548640" cy="54864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402" y="3167482"/>
            <a:ext cx="340157" cy="34015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0" y="288036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06440" y="3063240"/>
            <a:ext cx="548640" cy="54864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682" y="3167482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2920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429000"/>
            <a:ext cx="36576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589520" y="2743200"/>
            <a:ext cx="1645920" cy="1691640"/>
          </a:xfrm>
          <a:prstGeom prst="roundRect">
            <a:avLst>
              <a:gd name="adj" fmla="val 6667"/>
            </a:avLst>
          </a:prstGeom>
          <a:solidFill>
            <a:srgbClr val="162C4A"/>
          </a:solidFill>
          <a:ln w="19050">
            <a:solidFill>
              <a:srgbClr val="FFB10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38160" y="2907792"/>
            <a:ext cx="548640" cy="54864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FFB10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402" y="3012034"/>
            <a:ext cx="340157" cy="34015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589520" y="3566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3429000"/>
            <a:ext cx="36576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692640" y="28803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10378440" y="3063240"/>
            <a:ext cx="548640" cy="54864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2682" y="3167482"/>
            <a:ext cx="340157" cy="340157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6926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&amp;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22" y="5270602"/>
            <a:ext cx="340157" cy="34015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600200" y="50292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ranks assets by risk and grid-impact severity, explains why in plain English, and turns that into a prioritised maintenance plan an operator can act on today — no backend, no paid APIs.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228142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2176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load %, vibration, oil quality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369874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25880" y="3593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Weather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forecast, keyless API, est. fallback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84632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511606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5010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History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32588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faults per asset, seeded record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246120"/>
            <a:ext cx="320040" cy="320040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3246120"/>
            <a:ext cx="320040" cy="320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343400" y="2011680"/>
            <a:ext cx="3291840" cy="3977640"/>
          </a:xfrm>
          <a:prstGeom prst="roundRect">
            <a:avLst>
              <a:gd name="adj" fmla="val 3333"/>
            </a:avLst>
          </a:prstGeom>
          <a:solidFill>
            <a:srgbClr val="162C4A"/>
          </a:solidFill>
          <a:ln w="19050">
            <a:solidFill>
              <a:srgbClr val="FFB10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696712" y="2286000"/>
            <a:ext cx="585216" cy="585216"/>
          </a:xfrm>
          <a:prstGeom prst="ellipse">
            <a:avLst/>
          </a:prstGeom>
          <a:solidFill>
            <a:srgbClr val="0A1929"/>
          </a:solidFill>
          <a:ln w="12700">
            <a:solidFill>
              <a:srgbClr val="FFB10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903" y="2397191"/>
            <a:ext cx="362834" cy="36283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61772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 engine (TypeScript, pure function)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617720" y="3657600"/>
            <a:ext cx="2743200" cy="18288"/>
          </a:xfrm>
          <a:prstGeom prst="rect">
            <a:avLst/>
          </a:prstGeom>
          <a:solidFill>
            <a:srgbClr val="25456B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4617720" y="3730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Health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6263640" y="3730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4617720" y="4160520"/>
            <a:ext cx="2743200" cy="18288"/>
          </a:xfrm>
          <a:prstGeom prst="rect">
            <a:avLst/>
          </a:prstGeom>
          <a:solidFill>
            <a:srgbClr val="25456B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617720" y="4233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Risk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6263640" y="4233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4617720" y="4663440"/>
            <a:ext cx="2743200" cy="18288"/>
          </a:xfrm>
          <a:prstGeom prst="rect">
            <a:avLst/>
          </a:prstGeom>
          <a:solidFill>
            <a:srgbClr val="25456B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4617720" y="4736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History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6263640" y="4736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4617720" y="5257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plain-English explanation of the top contributing factor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8138160" y="201168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321040" y="219456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908" y="2281428"/>
            <a:ext cx="283464" cy="28346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915400" y="2176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Risk Map</a:t>
            </a:r>
            <a:endParaRPr lang="en-US" sz="1250" dirty="0"/>
          </a:p>
        </p:txBody>
      </p:sp>
      <p:sp>
        <p:nvSpPr>
          <p:cNvPr id="42" name="Text 33"/>
          <p:cNvSpPr txBox="1"/>
          <p:nvPr/>
        </p:nvSpPr>
        <p:spPr>
          <a:xfrm>
            <a:off x="891540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map, colour-coded by risk tier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8138160" y="342900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8321040" y="361188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908" y="3698748"/>
            <a:ext cx="283464" cy="28346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915400" y="3593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Asset List</a:t>
            </a:r>
            <a:endParaRPr lang="en-US" sz="1250" dirty="0"/>
          </a:p>
        </p:txBody>
      </p:sp>
      <p:sp>
        <p:nvSpPr>
          <p:cNvPr id="47" name="Text 37"/>
          <p:cNvSpPr txBox="1"/>
          <p:nvPr/>
        </p:nvSpPr>
        <p:spPr>
          <a:xfrm>
            <a:off x="89154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Sortable, score bars, tier labels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8138160" y="484632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321040" y="502920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7908" y="5116068"/>
            <a:ext cx="283464" cy="283464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8915400" y="5010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Plan</a:t>
            </a:r>
            <a:endParaRPr lang="en-US" sz="1250" dirty="0"/>
          </a:p>
        </p:txBody>
      </p:sp>
      <p:sp>
        <p:nvSpPr>
          <p:cNvPr id="52" name="Text 41"/>
          <p:cNvSpPr txBox="1"/>
          <p:nvPr/>
        </p:nvSpPr>
        <p:spPr>
          <a:xfrm>
            <a:off x="891540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action, timeframe, cost</a:t>
            </a:r>
            <a:endParaRPr lang="en-US" sz="1050" dirty="0"/>
          </a:p>
        </p:txBody>
      </p:sp>
      <p:sp>
        <p:nvSpPr>
          <p:cNvPr id="53" name="Text 42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score. Plain-English reasoning.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691640"/>
            <a:ext cx="6126480" cy="2103120"/>
          </a:xfrm>
          <a:prstGeom prst="roundRect">
            <a:avLst>
              <a:gd name="adj" fmla="val 5217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064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2194560"/>
            <a:ext cx="5532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“Elevated sensor readings (health index 78/100) indicate potential equipment stress. Recommend urgent (within 7 days) inspection.”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333756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by the scoring engine — no raw numbers for the operator to interpret.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0" y="3977640"/>
            <a:ext cx="6126480" cy="1920240"/>
          </a:xfrm>
          <a:prstGeom prst="roundRect">
            <a:avLst>
              <a:gd name="adj" fmla="val 5714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pure function matters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4480560"/>
            <a:ext cx="5532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 effects, no randomness — same inputs always give the same score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Vitest unit tests cover the scoring logic directly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auditable: every score traces back to its three inputs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an operator needs,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19517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468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9864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0–100 score with a plain-English top factor per asset.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856232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267" y="1951787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468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Dark Risk Map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89864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tiles, colour-coded markers by risk tier, click to select.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1856232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307" y="1951787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02752" y="24688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Asset List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02752" y="289864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cards with risk badges and score bars, cross-highlighted with the map.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005072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7" y="4100627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6177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Trend Charts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04748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24-day history for temperature, load %, vibration, and oil quality.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4005072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267" y="4100627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53712" y="46177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Maintenance Plan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53712" y="504748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action table: priority, recommended action, timeframe, cost range.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74904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4005072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8307" y="4100627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02752" y="46177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Backend, Zero Cost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02752" y="504748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client-side only — no server, no database, no paid APIs.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lean, runs entirely in the browser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515" y="2015795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 ·   Vite   ·   TypeScript   ·   Tailwind CSS   ·   Recharts   ·   React-Leaflet   ·   Zustand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95" y="201579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5603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— full SDLC: planning, implementation, testing &amp; debugging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15" y="4576115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507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1206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 (free, keyless)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tiles (keyless)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— seeded client-side data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2062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480560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95" y="4576115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4507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Tooling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51206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— 23 unit tests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TypeScript build errors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decision a judge can read in one 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985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81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assets monitored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201168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20985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560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3081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range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201168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8" y="209854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560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3081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on the scoring engine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77824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06840" y="201168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708" y="209854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06840" y="2560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9006840" y="3081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paid APIs or backend infra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162C4A"/>
          </a:solidFill>
          <a:ln w="19050">
            <a:solidFill>
              <a:srgbClr val="FFB10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FFB1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2" y="4219042"/>
            <a:ext cx="340157" cy="34015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40690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product, in one idea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443484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engine turns three independent, noisy data streams into a single 0–100 score and a plain-English reason. A judge with no utilities background can read the explanation and immediately understand both the risk and the recommended action — without interpreting a single raw number.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GridSentry stands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515" y="1924355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2316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sensor readings and incident history are seeded, not connected to real SCADA systems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— single-user, read-only dashboard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is the only live external source; if Open-Meteo is rate-limited, the app falls back to estimated data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deployed publicly — runs locally today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one ~700 kB bundle; code-splitting deferred to stay within the build budget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600200"/>
            <a:ext cx="5532120" cy="4617720"/>
          </a:xfrm>
          <a:prstGeom prst="roundRect">
            <a:avLst>
              <a:gd name="adj" fmla="val 2376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828800"/>
            <a:ext cx="502920" cy="50292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635" y="192435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seeded telemetry for a real SCADA / IoT feed via an adapter layer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public live demo URL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and multi-user roles for operator teams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Code-split the bundle and add offline caching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incident history with utility-provided historical outage records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ThirdEye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286000"/>
            <a:ext cx="1005840" cy="1005840"/>
          </a:xfrm>
          <a:prstGeom prst="ellipse">
            <a:avLst/>
          </a:prstGeom>
          <a:solidFill>
            <a:srgbClr val="162C4A"/>
          </a:solidFill>
          <a:ln w="19050">
            <a:solidFill>
              <a:srgbClr val="FFB1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542032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Manthan Vasoya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91940" y="2286000"/>
            <a:ext cx="1005840" cy="1005840"/>
          </a:xfrm>
          <a:prstGeom prst="ellipse">
            <a:avLst/>
          </a:prstGeom>
          <a:solidFill>
            <a:srgbClr val="162C4A"/>
          </a:solidFill>
          <a:ln w="19050">
            <a:solidFill>
              <a:srgbClr val="FFB1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828" y="254203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Kotecha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35140" y="2286000"/>
            <a:ext cx="1005840" cy="1005840"/>
          </a:xfrm>
          <a:prstGeom prst="ellipse">
            <a:avLst/>
          </a:prstGeom>
          <a:solidFill>
            <a:srgbClr val="162C4A"/>
          </a:solidFill>
          <a:ln w="19050">
            <a:solidFill>
              <a:srgbClr val="FFB1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254203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Padaliya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7824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1253F"/>
          </a:solidFill>
          <a:ln w="12700">
            <a:solidFill>
              <a:srgbClr val="2545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78340" y="2286000"/>
            <a:ext cx="1005840" cy="1005840"/>
          </a:xfrm>
          <a:prstGeom prst="ellipse">
            <a:avLst/>
          </a:prstGeom>
          <a:solidFill>
            <a:srgbClr val="162C4A"/>
          </a:solidFill>
          <a:ln w="19050">
            <a:solidFill>
              <a:srgbClr val="FFB1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228" y="2542032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1540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Vagisha Mankad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915400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" y="525322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25ce136@charusat.edu.in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035040" y="5166360"/>
            <a:ext cx="457200" cy="457200"/>
          </a:xfrm>
          <a:prstGeom prst="ellipse">
            <a:avLst/>
          </a:prstGeom>
          <a:solidFill>
            <a:srgbClr val="162C4A"/>
          </a:solidFill>
          <a:ln w="12700">
            <a:solidFill>
              <a:srgbClr val="25456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908" y="5253228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629400" y="5257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github.com/manth07/bob-ai-hackathon-Team-ThirdEye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· Team ThirdEye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11556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5120640"/>
            <a:ext cx="1097280" cy="36576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640080" y="5120640"/>
            <a:ext cx="365760" cy="91440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737360" y="5486400"/>
            <a:ext cx="365760" cy="82296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5486400"/>
            <a:ext cx="548640" cy="36576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6035040"/>
            <a:ext cx="1097280" cy="27432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480560"/>
            <a:ext cx="182880" cy="640080"/>
          </a:xfrm>
          <a:prstGeom prst="line">
            <a:avLst/>
          </a:prstGeom>
          <a:noFill/>
          <a:ln w="12700">
            <a:solidFill>
              <a:srgbClr val="3FA9F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" y="507949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061972" y="544525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8932" y="599389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96212" y="626821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610612" y="581101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" y="4439412"/>
            <a:ext cx="82296" cy="82296"/>
          </a:xfrm>
          <a:prstGeom prst="ellipse">
            <a:avLst/>
          </a:prstGeom>
          <a:solidFill>
            <a:srgbClr val="3FA9F5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166360" y="1371600"/>
            <a:ext cx="1280160" cy="1280160"/>
          </a:xfrm>
          <a:prstGeom prst="ellipse">
            <a:avLst/>
          </a:prstGeom>
          <a:solidFill>
            <a:srgbClr val="11253F"/>
          </a:solidFill>
          <a:ln w="12700">
            <a:solidFill>
              <a:srgbClr val="FFB10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2003" y="1717243"/>
            <a:ext cx="588874" cy="58887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0" y="288036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0" y="36576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GridSentry — Predict power outages before they happen.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0" y="42976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github.com/manth07/bob-ai-hackathon-Team-ThirdEye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ThirdEye  ·  IBM Bob Hackathon 2026  ·  Problem Statement U1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2026-09-14T11:09:32Z</dcterms:created>
  <dcterms:modified xsi:type="dcterms:W3CDTF">2026-09-14T11:09:32Z</dcterms:modified>
</cp:coreProperties>
</file>